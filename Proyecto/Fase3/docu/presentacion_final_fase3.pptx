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 Digital en E-Commerce con ERP, CRM y BI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QuetzalDev para TechCore Solutions Guatemala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Organizacionales y Gerenciales 1, Sección A, Segundo Semestre 2026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San Carlos de Guatemala, Facultad de Ingeniería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No. 7: Julio Alfredo Herrera Orantes, Jonathan Jerónimo y Francisco Gerardo Castillo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objetivo del proyecto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937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vende hardware (procesadores, memoria, SSD, servidores, switches) sin una vista única de ventas, inventario y clientes.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viven en sistemas separados: no se puede rastrear una venta de punta a punta.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Reponer inventario y dar seguimiento comercial depende de procesos manuales.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tienda en línea, ERP, CRM y BI en una sola plataforma con trazabilidad del 100%.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109728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806440" y="1188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1887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en la tienda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2258568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806440" y="235000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35000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rastreadas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3419856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806440" y="3511296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3511296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integrados: ERP, CRM, e-commerce, BI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SMART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con trazabilidad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 y Web integrados, con trazabilidad del 100% de cada venta.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Cadena de suministro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de 20 o más productos y reglas de stock para reponer.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17320"/>
            <a:ext cx="548640" cy="548640"/>
          </a:xfrm>
          <a:prstGeom prst="ellipse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Fidelización y marketing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campañas de correo y un pipeline Kanban en el CRM.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solución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E7ECF6"/>
          </a:solidFill>
          <a:ln w="12700">
            <a:solidFill>
              <a:srgbClr val="C5CF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virtual local con Docker (start.sh)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737360" cy="2011680"/>
          </a:xfrm>
          <a:prstGeom prst="roundRect">
            <a:avLst>
              <a:gd name="adj" fmla="val 4211"/>
            </a:avLst>
          </a:prstGeom>
          <a:solidFill>
            <a:srgbClr val="5B6578"/>
          </a:solidFill>
          <a:ln w="12700">
            <a:solidFill>
              <a:srgbClr val="5B65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Navegador: tienda /shop, portal /my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5544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17 Community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01168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y e-commerce, Ventas, Inventario, Compras, Contabilidad (IVA 12%), CRM y Email Marketing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737360"/>
            <a:ext cx="1325880" cy="2011680"/>
          </a:xfrm>
          <a:prstGeom prst="roundRect">
            <a:avLst>
              <a:gd name="adj" fmla="val 5517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18288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194560"/>
            <a:ext cx="1143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TechCore_DB y vistas v_bi_*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737360"/>
            <a:ext cx="1234440" cy="2011680"/>
          </a:xfrm>
          <a:prstGeom prst="roundRect">
            <a:avLst>
              <a:gd name="adj" fmla="val 5926"/>
            </a:avLst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194560"/>
            <a:ext cx="1051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bi_reader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2743200"/>
            <a:ext cx="3657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94960" y="2743200"/>
            <a:ext cx="3657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86600" y="2743200"/>
            <a:ext cx="2286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1: diagnóstico y diseño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TechCore: ventas, inventario y clientes sin integración.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los tres objetivos SMART del proyecto.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la plataforma: Odoo como ERP, CRM y tienda en línea, con Power BI para el análisis.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los procesos: compra web, descuento de inventario, facturación, seguimiento en el CRM y reposición.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datos maestros, compras y resultados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desde Excel: 8 categorías, 21 productos, clientes, 4 proveedores y 60 precios de proveedor.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físico inicial cargado con conteo por producto.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reposición y órdenes de compra a proveedores.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nativos de inventario y manuales técnicos con procedimiento y solución de errores.</a:t>
            </a:r>
            <a:endParaRPr lang="en-US" sz="1600" dirty="0"/>
          </a:p>
        </p:txBody>
      </p:sp>
      <p:pic>
        <p:nvPicPr>
          <p:cNvPr id="5" name="Image 0" descr="/mnt/user-data/outputs/caps/julio_f3_11_inventario_despu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051560"/>
            <a:ext cx="3058925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77840" y="4297680"/>
            <a:ext cx="36075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en Odoo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3: tienda en línea y portal del cliente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7</a:t>
            </a:r>
            <a:endParaRPr lang="en-US" sz="1000" dirty="0"/>
          </a:p>
        </p:txBody>
      </p:sp>
      <p:pic>
        <p:nvPicPr>
          <p:cNvPr id="4" name="Image 0" descr="/mnt/user-data/outputs/man/julio_f3_u01_tienda_categori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3058925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297680"/>
            <a:ext cx="36075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/shop con categorías</a:t>
            </a:r>
            <a:endParaRPr lang="en-US" sz="1000" dirty="0"/>
          </a:p>
        </p:txBody>
      </p:sp>
      <p:pic>
        <p:nvPicPr>
          <p:cNvPr id="6" name="Image 1" descr="/mnt/user-data/outputs/man/julio_f3_u10_mi_cuent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51560"/>
            <a:ext cx="3058925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4297680"/>
            <a:ext cx="36075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cliente /my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punta a punta: una venta web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elige PROD-003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2423160"/>
            <a:ext cx="15544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55648" y="155448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01368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847088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 transferencia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35808" y="2423160"/>
            <a:ext cx="15544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91256" y="155448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36976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82696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S00081 por 150.00 Q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71416" y="2423160"/>
            <a:ext cx="15544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26864" y="155448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2584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718304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a 151 al validar la entrega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07024" y="2423160"/>
            <a:ext cx="15544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62472" y="155448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53912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INV/2026/00078, IVA 12%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42632" y="2423160"/>
            <a:ext cx="15544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98080" y="155448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4380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Web B2C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queda registrado y enlazado: del pedido sale la entrega, la factura visible en el portal y la oportunidad en el CRM.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las pruebas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25603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cliente nuevo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por transferencia (S00080)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con pago Demo (S00081)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Inventario baja lo vendido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 y descarga en el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 Web B2C en el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 con observaciones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agotado no se vende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Reposición automática (P00017)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Cotización B2B (S00082)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aprobados, 1 parcial, 0 fallidos. Sin fallos bloqueantes.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Intelligence: inventario y ventas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v_bi_ventas_detalle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cada venta por producto, cliente y fecha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v_bi_inventario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Existencias por producto y ubicación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v_bi_top_productos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más vendidos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3774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v_bi_compras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a proveedores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 conecta a PostgreSQL con el usuario de solo lectura bi_reader, sobre 75 ventas históricas de demostración y las ventas nuevas de la tienda. Los tableros se muestran en la demostración.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Logros frente a los objetivos SMART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3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Integración y trazabilidad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Cumplido: venta a inventario, factura, portal y CRM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CP-01 a CP-06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Cadena de suministro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Cumplido: 21 productos por Excel y 4 reglas; compra P00017 automática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E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Marketing y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 en lo esencial: 2 correos enviados en 1 campaña y pipeline de 4 etapas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CP-06, Email 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 y siguientes pasos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real con tarjeta y conciliación automática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Nube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Balanceo, respaldos automáticos y dominio propio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Operación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almacenes y puntos de venta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 y envíos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FEL de la SAT y couriers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7432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2900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programada y tableros de gerencia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27432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y canales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Segmentación, automatización y app móvil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sugerido: pagos y FEL, nube y respaldos, almacenes y couriers, analítica avanzada.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 permite rastrear cada venta de punta a punta sin reingresar datos.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Demo se factura al instante; la transferencia requiere confirmación manual.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reposición automática evita quiebres de stock con una orden consolidada.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CRM crea la oportunidad sola, pero falta trasladar el monto y ligar el pedido.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mejoras pendientes: precios con IVA en la tienda, FEL y pasarela de pago real.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y videos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pruebas de punta a punta: registro, compra, factura, inventario, CRM y reposición (3 a 4 minutos).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de cada fase en los manuales técnicos del repositorio.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públicos en Google Drive, dentro de cada documento.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TechCore Solutions Guatemala  |  Grupo 7  | 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TechCore Solutions Guatemala, Grupo 7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final Fase 3 - TechCore Solutions</dc:title>
  <dc:subject>PptxGenJS Presentation</dc:subject>
  <dc:creator>PptxGenJS</dc:creator>
  <cp:lastModifiedBy>PptxGenJS</cp:lastModifiedBy>
  <cp:revision>1</cp:revision>
  <dcterms:created xsi:type="dcterms:W3CDTF">2026-10-22T19:26:20Z</dcterms:created>
  <dcterms:modified xsi:type="dcterms:W3CDTF">2026-10-22T19:26:20Z</dcterms:modified>
</cp:coreProperties>
</file>